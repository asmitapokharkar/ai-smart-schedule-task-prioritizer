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.google.dev/" TargetMode="External"/><Relationship Id="rId4" Type="http://schemas.openxmlformats.org/officeDocument/2006/relationships/hyperlink" Target="https://scikit-learn.org/stable/supervised_learning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956619"/>
            <a:ext cx="9144000" cy="84279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AI Smart Schedule &amp; Task </a:t>
            </a:r>
            <a:r>
              <a:rPr lang="en-IN" b="1" dirty="0" err="1"/>
              <a:t>Prioritizer</a:t>
            </a:r>
            <a:br>
              <a:rPr lang="en-IN" dirty="0"/>
            </a:br>
            <a:r>
              <a:rPr lang="en-IN" sz="2000" i="1" dirty="0"/>
              <a:t>An AI‑powered study companion for students</a:t>
            </a: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Asmita Pokharkar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Lokmanya Tilak College of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Engineering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 AIML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573" y="1956618"/>
            <a:ext cx="11019020" cy="41492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202" y="835155"/>
            <a:ext cx="5937595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250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Students often juggle multiple assignments, exams, and extracurricular activities, leading to:</a:t>
            </a:r>
          </a:p>
          <a:p>
            <a:r>
              <a:rPr lang="en-IN" dirty="0"/>
              <a:t>Poor time management</a:t>
            </a:r>
          </a:p>
          <a:p>
            <a:r>
              <a:rPr lang="en-IN" dirty="0"/>
              <a:t>Procrastination and last‑minute cramming</a:t>
            </a:r>
          </a:p>
          <a:p>
            <a:r>
              <a:rPr lang="en-IN" dirty="0"/>
              <a:t>Difficulty prioritizing tasks based on deadlines and personal focus patterns</a:t>
            </a:r>
          </a:p>
          <a:p>
            <a:pPr marL="0" indent="0">
              <a:buNone/>
            </a:pPr>
            <a:r>
              <a:rPr lang="en-IN" dirty="0"/>
              <a:t>Existing tools are generic, do not adapt to individual productivity, and lack intelligent, explainable scheduling.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605" y="822230"/>
            <a:ext cx="5967092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11331-0B65-2D5D-EC7F-9F388F90C2E6}"/>
              </a:ext>
            </a:extLst>
          </p:cNvPr>
          <p:cNvSpPr txBox="1"/>
          <p:nvPr/>
        </p:nvSpPr>
        <p:spPr>
          <a:xfrm>
            <a:off x="857277" y="1504335"/>
            <a:ext cx="10893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Smart Schedule &amp; Task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Prioritizer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a generative AI system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tasks in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deadlines, estimated effort, and priority using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each student’s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focus hours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feedback (focus ratings 1‑5)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daily schedule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a priority scoring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the schedule in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English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(AI coach)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adapts to delays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428" y="849385"/>
            <a:ext cx="5495143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025" y="1519027"/>
            <a:ext cx="96246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 used 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	     Python 3.9+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/ LLM	     Google Gemini (google-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SDK)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Scheduling	     Custom greedy algorithm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	     SQLite (local, no external setup)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/ Interaction	     Command Line Interface (CLI) + optional Telegram bot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	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GitHub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libraries           google-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python-telegram-bot (optional), sqlite3, re,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datetime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685" y="702156"/>
            <a:ext cx="7441931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251" y="1232452"/>
            <a:ext cx="9448801" cy="531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Scoring Algorithm</a:t>
            </a:r>
          </a:p>
          <a:p>
            <a:pPr latinLnBrk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= 0.5×Urgency + 0.2×Effort + 0.3×UserHint +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ProcrastinationRisk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 = 1 / (days until deadline + 0.5)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 = normalized hours (log scale)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UserHint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low(0.2), medium(0.6), high(1.0)</a:t>
            </a:r>
          </a:p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ProcrastinationRisk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historical delay factor per task type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(Greedy)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tasks by priority score (descending)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day, get free blocks from user’s best focus hours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highest‑priority task to earliest available block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task doesn’t fit, push to next day and increase its score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Local: Run python smart_scheduler.py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Planned: Web interface using 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demo: 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link to be added after hosting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2533" y="780727"/>
            <a:ext cx="2289827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828437"/>
            <a:ext cx="9752511" cy="3219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all core features implemented: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task parsing (LLM + regex fallback)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priority scoring and schedule generation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learning via user feedback (focus ratings)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AI‑generated motivational explanations</a:t>
            </a:r>
          </a:p>
          <a:p>
            <a:endParaRPr kumimoji="0" lang="en-I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0" lang="en-I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Terminal output 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2B82E-87C8-1B37-85C4-A53482E7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093531"/>
            <a:ext cx="8802328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666" y="771730"/>
            <a:ext cx="376466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2434232"/>
          </a:xfrm>
        </p:spPr>
        <p:txBody>
          <a:bodyPr>
            <a:normAutofit/>
          </a:bodyPr>
          <a:lstStyle/>
          <a:p>
            <a:r>
              <a:rPr lang="en-IN" dirty="0"/>
              <a:t>AI can effectively assist students in time management by automating </a:t>
            </a:r>
            <a:r>
              <a:rPr lang="en-IN" b="1" dirty="0"/>
              <a:t>task prioritization</a:t>
            </a:r>
            <a:r>
              <a:rPr lang="en-IN" dirty="0"/>
              <a:t> and </a:t>
            </a:r>
            <a:r>
              <a:rPr lang="en-IN" b="1" dirty="0"/>
              <a:t>schedule creation</a:t>
            </a:r>
            <a:r>
              <a:rPr lang="en-IN" dirty="0"/>
              <a:t>.</a:t>
            </a:r>
          </a:p>
          <a:p>
            <a:r>
              <a:rPr lang="en-IN" dirty="0"/>
              <a:t>The use of </a:t>
            </a:r>
            <a:r>
              <a:rPr lang="en-IN" b="1" dirty="0"/>
              <a:t>generative AI (Gemini)</a:t>
            </a:r>
            <a:r>
              <a:rPr lang="en-IN" dirty="0"/>
              <a:t> makes the system natural to interact with and explainable.</a:t>
            </a:r>
          </a:p>
          <a:p>
            <a:r>
              <a:rPr lang="en-IN" b="1" dirty="0"/>
              <a:t>Personalised learning</a:t>
            </a:r>
            <a:r>
              <a:rPr lang="en-IN" dirty="0"/>
              <a:t> (focus hour tracking) leads to better task placement and reduced procrastination.</a:t>
            </a:r>
          </a:p>
          <a:p>
            <a:r>
              <a:rPr lang="en-IN" dirty="0"/>
              <a:t>The project demonstrates a practical, low‑cost solution using free APIs and lightweight storage.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4323641" y="775833"/>
            <a:ext cx="3544717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306129"/>
            <a:ext cx="908282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Calendar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(read fixed events / write schedule)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Telegram bot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inline buttons and voice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(Flutter) for on‑the‑go task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study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Procrastination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a simple ML model (logistic regression) on historical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public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859472"/>
            <a:ext cx="3921982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• A faster way to build and share data apps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Python.org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Supervised learning — scikit-learn 1.8.0 documentation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4236F-B92E-4A55-EC58-FC8AF339E800}"/>
              </a:ext>
            </a:extLst>
          </p:cNvPr>
          <p:cNvSpPr txBox="1"/>
          <p:nvPr/>
        </p:nvSpPr>
        <p:spPr>
          <a:xfrm>
            <a:off x="668866" y="1613102"/>
            <a:ext cx="622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Google Gemini API – </a:t>
            </a:r>
            <a:r>
              <a:rPr lang="en-IN" dirty="0" err="1">
                <a:solidFill>
                  <a:schemeClr val="accent4">
                    <a:lumMod val="7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ai.google.dev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5395"/>
            <a:ext cx="2407814" cy="530296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Github link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10181"/>
            <a:ext cx="11029615" cy="1087213"/>
          </a:xfrm>
        </p:spPr>
        <p:txBody>
          <a:bodyPr/>
          <a:lstStyle/>
          <a:p>
            <a:r>
              <a:rPr lang="en-IN" dirty="0"/>
              <a:t>Github Link : https://github.com/AsmitaPokharkar/AI-Smart-Schedule-Task-Prioritizer</a:t>
            </a:r>
          </a:p>
          <a:p>
            <a:r>
              <a:rPr lang="en-IN" dirty="0"/>
              <a:t>Deployment Link: https://ai-smart-schedule-task-prioritizer-4rlisuowdoypayh5xdul4x.streamlit.app/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1087</TotalTime>
  <Words>620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AI Smart Schedule &amp; Task Prioritizer An AI‑powered study companion for students</vt:lpstr>
      <vt:lpstr>Index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Asmita Pokharkar</cp:lastModifiedBy>
  <cp:revision>39</cp:revision>
  <dcterms:created xsi:type="dcterms:W3CDTF">2021-05-26T16:50:10Z</dcterms:created>
  <dcterms:modified xsi:type="dcterms:W3CDTF">2026-06-12T09:23:52Z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